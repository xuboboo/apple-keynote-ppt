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 本演示为风格化戏仿，与 Apple Inc. 无任何关联。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SPECIAL EVENT</a:t>
            </a:r>
            <a:endParaRPr lang="en-US" sz="1600" dirty="0"/>
          </a:p>
        </p:txBody>
      </p:sp>
      <p:sp>
        <p:nvSpPr>
          <p:cNvPr id="3" name="grad:e1"/>
          <p:cNvSpPr/>
          <p:nvPr/>
        </p:nvSpPr>
        <p:spPr>
          <a:xfrm>
            <a:off x="612648" y="224028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100" kern="0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Milk Tea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527048" y="4069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这一次，重新定义奶茶。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2026.09.13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8448" y="0"/>
            <a:ext cx="960120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好茶，不需要说明书。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12344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1005840" y="28803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05840" y="4160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一体成型，浑然天成。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228600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一杯，六种茶。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527048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圆柱杯身 3:1 黄金比例，双层 Tritan，一体成型。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515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A1 爆珠核心</a:t>
            </a:r>
            <a:endParaRPr lang="en-US" sz="1600" dirty="0"/>
          </a:p>
        </p:txBody>
      </p:sp>
      <p:sp>
        <p:nvSpPr>
          <p:cNvPr id="3" name="grad:e2"/>
          <p:cNvSpPr/>
          <p:nvPr/>
        </p:nvSpPr>
        <p:spPr>
          <a:xfrm>
            <a:off x="612648" y="1554480"/>
            <a:ext cx="10972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Segoe UI" pitchFamily="34" charset="0"/>
                <a:ea typeface="Segoe UI" pitchFamily="34" charset="-122"/>
                <a:cs typeface="Segoe UI" pitchFamily="34" charset="-120"/>
              </a:rPr>
              <a:t>3nm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612648" y="3794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制香工艺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27048" y="45262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每一颗爆珠，都经过 3 纳米级的风味校准。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" y="8686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三重茶香科技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05840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冷热同杯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05840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-5°C 到 85°C 全温域，杯身不结露、不烫手。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04944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磁吸杯盖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504944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MagSafe 吸管自动对吸，单手开合。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04048" y="2651760"/>
            <a:ext cx="3179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茶多酚屏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004048" y="3246120"/>
            <a:ext cx="317906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杯身实时显示甜度、冰量与剩余茶量。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13716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传统奶茶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1112" y="1371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0A84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MILK TEA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88720" y="182880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611112" y="18288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秒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88720" y="3108960"/>
            <a:ext cx="4389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排队点单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甜度靠猜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喝完杯子扔掉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1112" y="310896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蓝牙一点即取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甜度 0–100% 精确可调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杯身终身保修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4476" y="1554480"/>
            <a:ext cx="7315" cy="3291840"/>
          </a:xfrm>
          <a:prstGeom prst="rect">
            <a:avLst/>
          </a:prstGeom>
          <a:solidFill>
            <a:srgbClr val="424245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685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六款全新配色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005840" y="1737360"/>
            <a:ext cx="1505712" cy="2377440"/>
          </a:xfrm>
          <a:prstGeom prst="roundRect">
            <a:avLst>
              <a:gd name="adj" fmla="val 15182"/>
            </a:avLst>
          </a:prstGeom>
          <a:solidFill>
            <a:srgbClr val="F3EFE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4343400"/>
            <a:ext cx="1505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云朵乌龙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4846320"/>
            <a:ext cx="1505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茉莉 · 奶盖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0152" y="1737360"/>
            <a:ext cx="1505712" cy="2377440"/>
          </a:xfrm>
          <a:prstGeom prst="roundRect">
            <a:avLst>
              <a:gd name="adj" fmla="val 15182"/>
            </a:avLst>
          </a:prstGeom>
          <a:solidFill>
            <a:srgbClr val="E8455F"/>
          </a:solidFill>
          <a:ln/>
        </p:spPr>
      </p:sp>
      <p:sp>
        <p:nvSpPr>
          <p:cNvPr id="7" name="Text 5"/>
          <p:cNvSpPr/>
          <p:nvPr/>
        </p:nvSpPr>
        <p:spPr>
          <a:xfrm>
            <a:off x="2740152" y="4343400"/>
            <a:ext cx="1505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莓果气泡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0152" y="4846320"/>
            <a:ext cx="1505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草莓 · 气泡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74464" y="1737360"/>
            <a:ext cx="1505712" cy="2377440"/>
          </a:xfrm>
          <a:prstGeom prst="roundRect">
            <a:avLst>
              <a:gd name="adj" fmla="val 15182"/>
            </a:avLst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4343400"/>
            <a:ext cx="1505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芒果阳光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74464" y="4846320"/>
            <a:ext cx="1505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芒果 · 绿茶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08776" y="1737360"/>
            <a:ext cx="1505712" cy="2377440"/>
          </a:xfrm>
          <a:prstGeom prst="roundRect">
            <a:avLst>
              <a:gd name="adj" fmla="val 15182"/>
            </a:avLst>
          </a:prstGeom>
          <a:solidFill>
            <a:srgbClr val="3E7C4F"/>
          </a:solidFill>
          <a:ln/>
        </p:spPr>
      </p:sp>
      <p:sp>
        <p:nvSpPr>
          <p:cNvPr id="13" name="Text 11"/>
          <p:cNvSpPr/>
          <p:nvPr/>
        </p:nvSpPr>
        <p:spPr>
          <a:xfrm>
            <a:off x="6208776" y="4343400"/>
            <a:ext cx="1505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抹茶森林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08776" y="4846320"/>
            <a:ext cx="1505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抹茶 · 牛乳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43088" y="1737360"/>
            <a:ext cx="1505712" cy="2377440"/>
          </a:xfrm>
          <a:prstGeom prst="roundRect">
            <a:avLst>
              <a:gd name="adj" fmla="val 15182"/>
            </a:avLst>
          </a:prstGeom>
          <a:solidFill>
            <a:srgbClr val="2D6FBF"/>
          </a:solidFill>
          <a:ln/>
        </p:spPr>
      </p:sp>
      <p:sp>
        <p:nvSpPr>
          <p:cNvPr id="16" name="Text 14"/>
          <p:cNvSpPr/>
          <p:nvPr/>
        </p:nvSpPr>
        <p:spPr>
          <a:xfrm>
            <a:off x="7943088" y="4343400"/>
            <a:ext cx="1505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海盐蓝调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43088" y="4846320"/>
            <a:ext cx="1505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海盐 · 蝶豆花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77400" y="1737360"/>
            <a:ext cx="1505712" cy="2377440"/>
          </a:xfrm>
          <a:prstGeom prst="roundRect">
            <a:avLst>
              <a:gd name="adj" fmla="val 15182"/>
            </a:avLst>
          </a:prstGeom>
          <a:solidFill>
            <a:srgbClr val="6B4FA3"/>
          </a:solidFill>
          <a:ln/>
        </p:spPr>
      </p:sp>
      <p:sp>
        <p:nvSpPr>
          <p:cNvPr id="19" name="Text 17"/>
          <p:cNvSpPr/>
          <p:nvPr/>
        </p:nvSpPr>
        <p:spPr>
          <a:xfrm>
            <a:off x="9677400" y="4343400"/>
            <a:ext cx="1505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紫薯星空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77400" y="4846320"/>
            <a:ext cx="1505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紫薯 · 鲜奶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7048" y="1920240"/>
            <a:ext cx="9144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小孩子才做选择。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0" y="44805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发布会现场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:e3"/>
          <p:cNvSpPr/>
          <p:nvPr/>
        </p:nvSpPr>
        <p:spPr>
          <a:xfrm>
            <a:off x="1298448" y="0"/>
            <a:ext cx="9601200" cy="685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400" b="1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成年人，全部都要。</a:t>
            </a:r>
            <a:endParaRPr lang="en-US" sz="5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2648" y="173736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¥</a:t>
            </a:r>
            <a:pPr algn="ctr" indent="0" marL="0">
              <a:buNone/>
            </a:pPr>
            <a:r>
              <a:rPr lang="en-US" sz="9600" b="1" dirty="0">
                <a:solidFill>
                  <a:srgbClr val="F5F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 Milk Tea 系列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527048" y="43434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含一杯茶，无限续杯需订阅 Tea+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27048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本演示为风格化戏仿，与 Apple Inc. 无任何关联。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:e4"/>
          <p:cNvSpPr/>
          <p:nvPr/>
        </p:nvSpPr>
        <p:spPr>
          <a:xfrm>
            <a:off x="612648" y="246888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gradFill>
                  <a:gsLst>
                    <a:gs pos="0">
                      <a:srgbClr val="8B5CF6"/>
                    </a:gs>
                    <a:gs pos="35000">
                      <a:srgbClr val="4F8DEB"/>
                    </a:gs>
                    <a:gs pos="70000">
                      <a:srgbClr val="46C7C7"/>
                    </a:gs>
                    <a:gs pos="100000">
                      <a:srgbClr val="58C878"/>
                    </a:gs>
                  </a:gsLst>
                  <a:lin ang="0" scaled="1"/>
                </a:gra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Tea，重新定义。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1527048" y="39776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686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 Milk Tea 今日开售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Apple Special Event · 2026.09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Apple Milk Tea 发布会</dc:title>
  <dc:subject>Apple Milk Tea 发布会</dc:subject>
  <dc:creator>apple-keynote-ppt</dc:creator>
  <cp:lastModifiedBy>apple-keynote-ppt</cp:lastModifiedBy>
  <cp:revision>1</cp:revision>
  <dcterms:created xsi:type="dcterms:W3CDTF">2026-09-12T20:29:01Z</dcterms:created>
  <dcterms:modified xsi:type="dcterms:W3CDTF">2026-09-12T20:29:01Z</dcterms:modified>
</cp:coreProperties>
</file>