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本演示为风格化戏仿，与 Apple Inc. 无任何关联。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这一次，重新定义奶茶。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2026.09.13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11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11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19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19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2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1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11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好茶，不需要说明书。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50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一体成型，浑然天成。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504" fill="hold" decel="60000"/>
                                        <p:tgtEl>
                                          <p:spTgt spid="2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76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76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2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一杯，六种茶。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圆柱杯身 3:1 黄金比例，双层 Tritan，一体成型。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96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96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95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95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 爆珠核心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3nm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制香工艺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每一颗爆珠，都经过 3 纳米级的风味校准。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11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11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4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48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3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3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47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47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三重茶香科技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冷热同杯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-5°C 到 85°C 全温域，杯身不结露、不烫手。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磁吸杯盖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MagSafe 吸管自动对吸，单手开合。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茶多酚屏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杯身实时显示甜度、冰量与剩余茶量。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40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5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25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5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25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25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5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5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5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传统奶茶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排队点单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甜度靠猜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喝完杯子扔掉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蓝牙一点即取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 0–100% 精确可调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杯身终身保修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11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11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1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11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7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6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61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6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61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7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7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7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7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3EF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云朵乌龙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茉莉 · 奶盖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0152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E8455F"/>
          </a:solidFill>
          <a:ln/>
        </p:spPr>
      </p:sp>
      <p:sp>
        <p:nvSpPr>
          <p:cNvPr id="7" name="Text 5"/>
          <p:cNvSpPr/>
          <p:nvPr/>
        </p:nvSpPr>
        <p:spPr>
          <a:xfrm>
            <a:off x="2740152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莓果气泡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0152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草莓 · 气泡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74464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474464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芒果阳光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74464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 · 绿茶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8776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3E7C4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8776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抹茶森林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08776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 · 牛乳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43088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2D6FBF"/>
          </a:solidFill>
          <a:ln/>
        </p:spPr>
      </p:sp>
      <p:sp>
        <p:nvSpPr>
          <p:cNvPr id="16" name="Text 14"/>
          <p:cNvSpPr/>
          <p:nvPr/>
        </p:nvSpPr>
        <p:spPr>
          <a:xfrm>
            <a:off x="7943088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海盐蓝调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43088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 · 蝶豆花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7740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6B4FA3"/>
          </a:solidFill>
          <a:ln/>
        </p:spPr>
      </p:sp>
      <p:sp>
        <p:nvSpPr>
          <p:cNvPr id="19" name="Text 17"/>
          <p:cNvSpPr/>
          <p:nvPr/>
        </p:nvSpPr>
        <p:spPr>
          <a:xfrm>
            <a:off x="967740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紫薯星空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7740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 · 鲜奶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3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3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69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69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69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569" fill="hold" decel="60000"/>
                                        <p:tgtEl>
                                          <p:spTgt spid="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69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69" fill="hold" decel="60000"/>
                                        <p:tgtEl>
                                          <p:spTgt spid="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69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69" fill="hold" decel="60000"/>
                                        <p:tgtEl>
                                          <p:spTgt spid="1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69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569" fill="hold" decel="60000"/>
                                        <p:tgtEl>
                                          <p:spTgt spid="1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69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69" fill="hold" decel="60000"/>
                                        <p:tgtEl>
                                          <p:spTgt spid="18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1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18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1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18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1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18" fill="hold" decel="8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1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18" fill="hold" decel="8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1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18" fill="hold" decel="8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1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18" fill="hold" decel="8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4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40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40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40" fill="hold" decel="8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40" fill="hold" decel="8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40" fill="hold" decel="8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40" fill="hold" decel="8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16" grpId="0"/>
      <p:bldP spid="19" grpId="0"/>
      <p:bldP spid="5" grpId="0"/>
      <p:bldP spid="8" grpId="0"/>
      <p:bldP spid="11" grpId="0"/>
      <p:bldP spid="14" grpId="0"/>
      <p:bldP spid="17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小孩子才做选择。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发布会现场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77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77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85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85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3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成年人，全部都要。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50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含一杯茶，无限续杯需订阅 Tea+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本演示为风格化戏仿，与 Apple Inc. 无任何关联。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6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526" fill="hold" decel="60000"/>
                                        <p:tgtEl>
                                          <p:spTgt spid="2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5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25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2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1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11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Tea，重新定义。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今日开售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 · 2026.09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90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5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25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1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11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Milk Tea 发布会</dc:title>
  <dc:subject>Apple Milk Tea 发布会</dc:subject>
  <dc:creator>apple-keynote-ppt</dc:creator>
  <cp:lastModifiedBy>apple-keynote-ppt</cp:lastModifiedBy>
  <cp:revision>1</cp:revision>
  <dcterms:created xsi:type="dcterms:W3CDTF">2026-09-12T21:13:29Z</dcterms:created>
  <dcterms:modified xsi:type="dcterms:W3CDTF">2026-09-12T21:13:29Z</dcterms:modified>
</cp:coreProperties>
</file>