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 Available Nov 12, 2026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KEYNOTE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Silence, redesigned.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2026.11.05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everything. Hear nothing.</a:t>
            </a:r>
            <a:endParaRPr lang="en-US" sz="36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quietest place is your head.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Music, uninterrupted.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11mm graphene driver, tuned in a zero-echo chamber.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NOISE CANCELLATION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-42dB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Silence Mode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Subway roar becomes a library whisper.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breakthroughs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Graphene driver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11mm diaphragm, 0.02ms response, zero distortion above 90dB.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Adaptive ANC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Scans your surroundings 200 times per second.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audio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Head-tracked sound that stays pinned to the screen.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BATTERY</a:t>
            </a:r>
            <a:endParaRPr lang="en-US" sz="1600" dirty="0"/>
          </a:p>
        </p:txBody>
      </p:sp>
      <p:sp>
        <p:nvSpPr>
          <p:cNvPr id="3" name="grad:e3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40hr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charging case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minutes of charge buys five hours of music.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ORDINARY BUDS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A8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6hr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40hr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Hiss in quiet rooms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 toggles by hand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Lag while watching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Noise floor at -42dB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 adapts by itself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never leaves the screen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424245"/>
          </a:solidFill>
          <a:ln/>
        </p:spPr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finishes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EDEDE8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Moonlight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Matte white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25596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232326"/>
          </a:solidFill>
          <a:ln/>
        </p:spPr>
      </p:sp>
      <p:sp>
        <p:nvSpPr>
          <p:cNvPr id="7" name="Text 5"/>
          <p:cNvSpPr/>
          <p:nvPr/>
        </p:nvSpPr>
        <p:spPr>
          <a:xfrm>
            <a:off x="3625596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Midnight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25596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Anodized black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3E8E8B"/>
          </a:solidFill>
          <a:ln/>
        </p:spPr>
      </p:sp>
      <p:sp>
        <p:nvSpPr>
          <p:cNvPr id="10" name="Text 8"/>
          <p:cNvSpPr/>
          <p:nvPr/>
        </p:nvSpPr>
        <p:spPr>
          <a:xfrm>
            <a:off x="6245352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Teal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45352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Anodized teal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65108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C9A3A0"/>
          </a:solidFill>
          <a:ln/>
        </p:spPr>
      </p:sp>
      <p:sp>
        <p:nvSpPr>
          <p:cNvPr id="13" name="Text 11"/>
          <p:cNvSpPr/>
          <p:nvPr/>
        </p:nvSpPr>
        <p:spPr>
          <a:xfrm>
            <a:off x="8865108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Dusk Pink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5108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 blush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91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8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7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64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4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37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28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819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001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09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10" grpId="0"/>
      <p:bldP spid="13" grpId="0"/>
      <p:bldP spid="5" grpId="0"/>
      <p:bldP spid="8" grpId="0"/>
      <p:bldP spid="11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</a:t>
            </a:r>
            <a:pPr algn="ctr" indent="0" marL="0">
              <a:buNone/>
            </a:pPr>
            <a:r>
              <a:rPr lang="en-US" sz="9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Wireless charging case included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Available Nov 12, 2026</a:t>
            </a:r>
            <a:endParaRPr lang="en-US" sz="13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Sound, reimagined.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 on sale 11.12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Keynote · 2026.11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Buds Keynote (English dark example)</dc:title>
  <dc:subject>Aurora Buds Keynote (English dark example)</dc:subject>
  <dc:creator>apple-keynote-ppt</dc:creator>
  <cp:lastModifiedBy>apple-keynote-ppt</cp:lastModifiedBy>
  <cp:revision>1</cp:revision>
  <dcterms:created xsi:type="dcterms:W3CDTF">2026-09-12T20:59:37Z</dcterms:created>
  <dcterms:modified xsi:type="dcterms:W3CDTF">2026-09-12T20:59:37Z</dcterms:modified>
</cp:coreProperties>
</file>