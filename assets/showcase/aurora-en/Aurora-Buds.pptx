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KEYNOTE</a:t>
            </a:r>
            <a:endParaRPr lang="en-US" sz="1600" dirty="0"/>
          </a:p>
        </p:txBody>
      </p:sp>
      <p:sp>
        <p:nvSpPr>
          <p:cNvPr id="3" name="grad:e1"/>
          <p:cNvSpPr/>
          <p:nvPr/>
        </p:nvSpPr>
        <p:spPr>
          <a:xfrm>
            <a:off x="612648" y="2240280"/>
            <a:ext cx="10972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spc="100" kern="0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Buds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1527048" y="4069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Silence, redesigned.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2026.11.05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98448" y="0"/>
            <a:ext cx="960120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 everything. Hear nothing.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1005840" y="28803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Sound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05840" y="4160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quietest place is your head.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2860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Music, uninterrupted.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11mm graphene driver, tuned in a zero-echo chamber.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NOISE CANCELLATION</a:t>
            </a:r>
            <a:endParaRPr lang="en-US" sz="1600" dirty="0"/>
          </a:p>
        </p:txBody>
      </p:sp>
      <p:sp>
        <p:nvSpPr>
          <p:cNvPr id="3" name="grad:e2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-42dB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 Silence Mode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Subway roar becomes a library whisper.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breakthroughs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05840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Graphene driver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05840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11mm diaphragm, 0.02ms response, zero distortion above 90dB.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04944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Adaptive ANC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504944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Scans your surroundings 200 times per second.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04048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Spatial audio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004048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Head-tracked sound that stays pinned to the screen.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BATTERY</a:t>
            </a:r>
            <a:endParaRPr lang="en-US" sz="1600" dirty="0"/>
          </a:p>
        </p:txBody>
      </p:sp>
      <p:sp>
        <p:nvSpPr>
          <p:cNvPr id="3" name="grad:e3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40hr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the charging case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 minutes of charge buys five hours of music.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1371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ORDINARY BUDS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611112" y="1371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0A8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BUDS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182880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6hr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611112" y="1828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40hr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188720" y="31089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Hiss in quiet rooms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ANC toggles by hand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Lag while watching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611112" y="310896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Noise floor at -42dB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ANC adapts by itself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never leaves the screen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94476" y="1554480"/>
            <a:ext cx="7315" cy="3291840"/>
          </a:xfrm>
          <a:prstGeom prst="rect">
            <a:avLst/>
          </a:prstGeom>
          <a:solidFill>
            <a:srgbClr val="424245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685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finishes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05840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EDEDE8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Moonlight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Matte white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25596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232326"/>
          </a:solidFill>
          <a:ln/>
        </p:spPr>
      </p:sp>
      <p:sp>
        <p:nvSpPr>
          <p:cNvPr id="7" name="Text 5"/>
          <p:cNvSpPr/>
          <p:nvPr/>
        </p:nvSpPr>
        <p:spPr>
          <a:xfrm>
            <a:off x="3625596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Midnight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25596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Anodized black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3E8E8B"/>
          </a:solidFill>
          <a:ln/>
        </p:spPr>
      </p:sp>
      <p:sp>
        <p:nvSpPr>
          <p:cNvPr id="10" name="Text 8"/>
          <p:cNvSpPr/>
          <p:nvPr/>
        </p:nvSpPr>
        <p:spPr>
          <a:xfrm>
            <a:off x="6245352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Teal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245352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Anodized teal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865108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C9A3A0"/>
          </a:solidFill>
          <a:ln/>
        </p:spPr>
      </p:sp>
      <p:sp>
        <p:nvSpPr>
          <p:cNvPr id="13" name="Text 11"/>
          <p:cNvSpPr/>
          <p:nvPr/>
        </p:nvSpPr>
        <p:spPr>
          <a:xfrm>
            <a:off x="8865108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Dusk Pink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865108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Warm blush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173736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</a:t>
            </a:r>
            <a:pPr algn="ctr" indent="0" marL="0">
              <a:buNone/>
            </a:pPr>
            <a:r>
              <a:rPr lang="en-US" sz="96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0" y="365760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Buds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527048" y="43434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Wireless charging case included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27048" y="5943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* Available Nov 12, 2026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d:e4"/>
          <p:cNvSpPr/>
          <p:nvPr/>
        </p:nvSpPr>
        <p:spPr>
          <a:xfrm>
            <a:off x="612648" y="24688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Sound, reimagined.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Buds on sale 11.12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Keynote · 2026.11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Buds Keynote (English dark example)</dc:title>
  <dc:subject>Aurora Buds Keynote (English dark example)</dc:subject>
  <dc:creator>apple-keynote-ppt</dc:creator>
  <cp:lastModifiedBy>apple-keynote-ppt</cp:lastModifiedBy>
  <cp:revision>1</cp:revision>
  <dcterms:created xsi:type="dcterms:W3CDTF">2026-09-12T20:12:43Z</dcterms:created>
  <dcterms:modified xsi:type="dcterms:W3CDTF">2026-09-12T20:12:43Z</dcterms:modified>
</cp:coreProperties>
</file>