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Available Nov 12, 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Silence, redesigned.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2026.11.05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everything. Hear nothing.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quietest place is your head.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Music, uninterrupted.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graphene driver, tuned in a zero-echo chamber.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NOISE CANCELLATION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-42dB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Silence Mode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Subway roar becomes a library whisper.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breakthroughs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Graphene driver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diaphragm, 0.02ms response, zero distortion above 90dB.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ANC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Scans your surroundings 200 times per second.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audio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Head-tracked sound that stays pinned to the screen.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BATTERY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charging case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minutes of charge buys five hours of music.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ORDINARY BUDS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6hr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Hiss in quiet rooms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toggles by hand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Lag while watching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Noise floor at -42dB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adapts by itself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never leaves the screen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finishes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EDED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Moonlight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 white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32326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Midnight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black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3E8E8B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Teal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teal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C9A3A0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Dusk Pink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 blush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Wireless charging case included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Available Nov 12, 2026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Sound, reimagined.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 on sale 11.12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 · 2026.11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Buds Keynote (English dark example)</dc:title>
  <dc:subject>Aurora Buds Keynote (English dark example)</dc:subject>
  <dc:creator>apple-keynote-ppt</dc:creator>
  <cp:lastModifiedBy>apple-keynote-ppt</cp:lastModifiedBy>
  <cp:revision>1</cp:revision>
  <dcterms:created xsi:type="dcterms:W3CDTF">2026-09-12T20:29:03Z</dcterms:created>
  <dcterms:modified xsi:type="dcterms:W3CDTF">2026-09-12T20:29:03Z</dcterms:modified>
</cp:coreProperties>
</file>