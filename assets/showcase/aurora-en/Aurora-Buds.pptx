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Available Nov 12,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KEYNOTE</a:t>
            </a:r>
            <a:endParaRPr lang="en-US" sz="1600" dirty="0"/>
          </a:p>
        </p:txBody>
      </p:sp>
      <p:sp>
        <p:nvSpPr>
          <p:cNvPr id="3" name="grad:e1"/>
          <p:cNvSpPr/>
          <p:nvPr/>
        </p:nvSpPr>
        <p:spPr>
          <a:xfrm>
            <a:off x="612648" y="22402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Buds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27048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Silence, redesigned.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2026.11.05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92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692" fill="hold" decel="60000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7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48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48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8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8448" y="0"/>
            <a:ext cx="9601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 everything. Hear nothing.</a:t>
            </a:r>
            <a:endParaRPr lang="en-US" sz="36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34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134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00584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quietest place is your head.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4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4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7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73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673" fill="hold" decel="60000"/>
                                        <p:tgtEl>
                                          <p:spTgt spid="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Music, uninterrupted.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11mm graphene driver, tuned in a zero-echo chamber.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28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28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94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94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NOISE CANCELLATION</a:t>
            </a:r>
            <a:endParaRPr lang="en-US" sz="1600" dirty="0"/>
          </a:p>
        </p:txBody>
      </p:sp>
      <p:sp>
        <p:nvSpPr>
          <p:cNvPr id="3" name="grad:e2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-42dB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Silence Mode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Subway roar becomes a library whisper.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7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77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730" fill="hold" decel="60000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96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96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8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8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breakthroughs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Graphene driver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11mm diaphragm, 0.02ms response, zero distortion above 90dB.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4944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ANC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04944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your surroundings 200 times per second.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4048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audio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4048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Head-tracked sound that stays pinned to the screen.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7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7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7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67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67" fill="hold" decel="8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40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40" fill="hold" decel="8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40" fill="hold" decel="8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86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86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4" grpId="0"/>
      <p:bldP spid="6" grpId="0"/>
      <p:bldP spid="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</a:t>
            </a:r>
            <a:endParaRPr lang="en-US" sz="1600" dirty="0"/>
          </a:p>
        </p:txBody>
      </p:sp>
      <p:sp>
        <p:nvSpPr>
          <p:cNvPr id="3" name="grad:e3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40hr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charging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minutes of charge buys five hours of music.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7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77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730" fill="hold" decel="60000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96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96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8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8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ORDINARY BUDS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111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A8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BUDS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6hr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1112" y="1828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40hr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Hiss in quiet rooms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 toggles by hand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Lag while watching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1112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floor at -42dB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 adapts by itself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never leaves the screen</a:t>
            </a:r>
            <a:endParaRPr lang="en-US" sz="1600" dirty="0"/>
          </a:p>
        </p:txBody>
      </p:sp>
      <p:sp>
        <p:nvSpPr>
          <p:cNvPr id="8" name="anim:wipe"/>
          <p:cNvSpPr/>
          <p:nvPr/>
        </p:nvSpPr>
        <p:spPr>
          <a:xfrm>
            <a:off x="6094476" y="1554480"/>
            <a:ext cx="7315" cy="3291840"/>
          </a:xfrm>
          <a:prstGeom prst="rect">
            <a:avLst/>
          </a:prstGeom>
          <a:solidFill>
            <a:srgbClr val="424245"/>
          </a:solidFill>
          <a:ln/>
        </p:spPr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1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15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1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15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10" fill="hold" decel="8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810" fill="hold" decel="8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48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48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4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48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finishes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EDED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Moonlight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Matte white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25596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232326"/>
          </a:solidFill>
          <a:ln/>
        </p:spPr>
      </p:sp>
      <p:sp>
        <p:nvSpPr>
          <p:cNvPr id="7" name="Text 5"/>
          <p:cNvSpPr/>
          <p:nvPr/>
        </p:nvSpPr>
        <p:spPr>
          <a:xfrm>
            <a:off x="3625596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Midnight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25596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Anodized black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3E8E8B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Teal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45352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Anodized teal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5108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C9A3A0"/>
          </a:solidFill>
          <a:ln/>
        </p:spPr>
      </p:sp>
      <p:sp>
        <p:nvSpPr>
          <p:cNvPr id="13" name="Text 11"/>
          <p:cNvSpPr/>
          <p:nvPr/>
        </p:nvSpPr>
        <p:spPr>
          <a:xfrm>
            <a:off x="8865108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Dusk Pink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5108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 blush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9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59" fill="hold" decel="60000"/>
                                        <p:tgtEl>
                                          <p:spTgt spid="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9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759" fill="hold" decel="60000"/>
                                        <p:tgtEl>
                                          <p:spTgt spid="6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9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759" fill="hold" decel="60000"/>
                                        <p:tgtEl>
                                          <p:spTgt spid="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9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759" fill="hold" decel="60000"/>
                                        <p:tgtEl>
                                          <p:spTgt spid="12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8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8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8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8" fill="hold" decel="8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8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8" fill="hold" decel="8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8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8" fill="hold" decel="8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86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86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86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86" fill="hold" decel="8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86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86" fill="hold" decel="8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86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86" fill="hold" decel="8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77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77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5" grpId="0"/>
      <p:bldP spid="8" grpId="0"/>
      <p:bldP spid="11" grpId="0"/>
      <p:bldP spid="14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</a:t>
            </a:r>
            <a:pPr algn="ctr"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Buds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27048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Wireless charging case included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Available Nov 12, 2026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7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2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702" fill="hold" decel="60000"/>
                                        <p:tgtEl>
                                          <p:spTgt spid="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6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67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8" fill="hold" decel="8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:e4"/>
          <p:cNvSpPr/>
          <p:nvPr/>
        </p:nvSpPr>
        <p:spPr>
          <a:xfrm>
            <a:off x="612648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Sound, reimagined.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Buds on sale 11.12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Keynote · 2026.11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820">
    <p:fade thruBlk="1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4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4" fill="hold" decel="8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7" fill="hold" decel="8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48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48" fill="hold" decel="8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Buds Keynote (English dark example)</dc:title>
  <dc:subject>Aurora Buds Keynote (English dark example)</dc:subject>
  <dc:creator>apple-keynote-ppt</dc:creator>
  <cp:lastModifiedBy>apple-keynote-ppt</cp:lastModifiedBy>
  <cp:revision>1</cp:revision>
  <dcterms:created xsi:type="dcterms:W3CDTF">2026-09-12T21:13:30Z</dcterms:created>
  <dcterms:modified xsi:type="dcterms:W3CDTF">2026-09-12T21:13:30Z</dcterms:modified>
</cp:coreProperties>
</file>