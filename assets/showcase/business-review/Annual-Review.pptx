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GROWTH REVIEW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100" kern="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 年度增长汇报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增长团队 · 2026.01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内部资料 · 请勿外传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到 1，再从 1 到 10。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全年成绩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每一项，都是翻倍。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全年成交总额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3.2</a:t>
            </a:r>
            <a:pPr algn="ctr" indent="0" marL="0">
              <a:buNone/>
            </a:pPr>
            <a:r>
              <a:rPr lang="en-US" sz="50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亿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GMV，同比 +217%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 eleven 单日突破 4,100 万。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注册用户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pPr algn="ctr" indent="0" marL="0">
              <a:buNone/>
            </a:pPr>
            <a:r>
              <a:rPr lang="en-US" sz="50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净增 168 万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获客成本下降 46%，留存率上升至 58%。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三大增长引擎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内容种草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小红书 + 抖音双平台 1,200 篇爆文，带来 41% 新客。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私域复购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万企业微信好友，复购率从 19% 提升至 37%。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出海试水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东南亚三国上线，首年贡献 GMV 2,800 万。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071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1.0亿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3.2亿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投放驱动，费用率 42%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复购率 19%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单一国内渠道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内容驱动，费用率 24%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复购率 37%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 + 出海双曲线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D2D2D7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7048" y="192024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今年最正确的决定，是把预算从投放搬到了内容。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44805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CEO 年度信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三条主线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把翻倍，变成习惯。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增长主线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产品线扩展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Q2 上新入门系列，覆盖百元价格带。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渠道纵深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线下体验店 5 城 10 店，线上线下库存打通。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出海加速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东南亚 GMV 目标 1.2 亿，组建本地化团队。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增长，才刚刚开始。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2026，一起把不可能变成日常。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Growth Review · 2026.01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 年度增长汇报（商务汇报风示例）</dc:title>
  <dc:subject>2025 年度增长汇报（商务汇报风示例）</dc:subject>
  <dc:creator>apple-keynote-ppt</dc:creator>
  <cp:lastModifiedBy>apple-keynote-ppt</cp:lastModifiedBy>
  <cp:revision>1</cp:revision>
  <dcterms:created xsi:type="dcterms:W3CDTF">2026-09-12T20:13:09Z</dcterms:created>
  <dcterms:modified xsi:type="dcterms:W3CDTF">2026-09-12T20:13:09Z</dcterms:modified>
</cp:coreProperties>
</file>