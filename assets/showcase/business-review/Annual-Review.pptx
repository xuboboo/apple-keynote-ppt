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秒：先讲翻倍结果，再讲怎么做到的。全程控制在 15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Q4 单季占全年 1/3 以上：旺季打法已被验证，可以复制。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逐条和对应负责人确认资源到位时间，会后发会议纪要。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 CEO 年度信金句收尾，把讨论引向 2026 预算分配。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GROWTH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12648" y="22402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" kern="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年度增长汇报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527048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增长团队 · 2026.01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· 请勿外传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8448" y="0"/>
            <a:ext cx="9601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到 1，再从 1 到 10。</a:t>
            </a:r>
            <a:endParaRPr lang="en-US" sz="44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344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005840" y="2880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全年成绩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每一项，都是翻倍。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全年成交总额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3.2</a:t>
            </a:r>
            <a:pPr algn="ctr" indent="0" marL="0">
              <a:buNone/>
            </a:pPr>
            <a:r>
              <a:rPr lang="en-US" sz="5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GMV，同比 +217%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eleven 单日突破 4,100 万。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注册用户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pPr algn="ctr" indent="0" marL="0">
              <a:buNone/>
            </a:pPr>
            <a:r>
              <a:rPr lang="en-US" sz="5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净增 168 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获客成本下降 46%，留存率上升至 58%。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季度轨迹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每个季度，都在上一个季度的台阶上。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214884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2301088"/>
            <a:ext cx="6309360" cy="3721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2301088"/>
            <a:ext cx="2903422" cy="372161"/>
          </a:xfrm>
          <a:prstGeom prst="rect">
            <a:avLst/>
          </a:prstGeom>
          <a:solidFill>
            <a:srgbClr val="86868B"/>
          </a:solidFill>
          <a:ln/>
        </p:spPr>
      </p:sp>
      <p:sp>
        <p:nvSpPr>
          <p:cNvPr id="7" name="Text 5"/>
          <p:cNvSpPr/>
          <p:nvPr/>
        </p:nvSpPr>
        <p:spPr>
          <a:xfrm>
            <a:off x="6698182" y="2148840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0.52 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3325216"/>
            <a:ext cx="6309360" cy="3721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3325216"/>
            <a:ext cx="3796783" cy="372161"/>
          </a:xfrm>
          <a:prstGeom prst="rect">
            <a:avLst/>
          </a:prstGeom>
          <a:solidFill>
            <a:srgbClr val="86868B"/>
          </a:solidFill>
          <a:ln/>
        </p:spPr>
      </p:sp>
      <p:sp>
        <p:nvSpPr>
          <p:cNvPr id="11" name="Text 9"/>
          <p:cNvSpPr/>
          <p:nvPr/>
        </p:nvSpPr>
        <p:spPr>
          <a:xfrm>
            <a:off x="7591543" y="3172968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0.68 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197096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0" y="4349344"/>
            <a:ext cx="6309360" cy="3721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4349344"/>
            <a:ext cx="4857649" cy="372161"/>
          </a:xfrm>
          <a:prstGeom prst="rect">
            <a:avLst/>
          </a:prstGeom>
          <a:solidFill>
            <a:srgbClr val="86868B"/>
          </a:solidFill>
          <a:ln/>
        </p:spPr>
      </p:sp>
      <p:sp>
        <p:nvSpPr>
          <p:cNvPr id="15" name="Text 13"/>
          <p:cNvSpPr/>
          <p:nvPr/>
        </p:nvSpPr>
        <p:spPr>
          <a:xfrm>
            <a:off x="8652409" y="4197096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0.87 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221224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5373472"/>
            <a:ext cx="6309360" cy="3721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5373472"/>
            <a:ext cx="6309360" cy="372161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10104120" y="5221224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1.13 亿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04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6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32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96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24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11" grpId="0"/>
      <p:bldP spid="12" grpId="0"/>
      <p:bldP spid="15" grpId="0"/>
      <p:bldP spid="16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三大增长引擎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内容种草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 + 抖音双平台 1,200 篇爆文，带来 41% 新客。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4944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私域复购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04944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万企业微信好友，复购率从 19% 提升至 37%。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4048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出海试水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4048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东南亚三国上线，首年贡献 GMV 2,800 万。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4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1112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1112" y="1828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3.2亿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投放驱动，费用率 42%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 19%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单一国内渠道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1112" y="3108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内容驱动，费用率 24%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 37%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+ 出海双曲线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4476" y="1554480"/>
            <a:ext cx="7315" cy="3291840"/>
          </a:xfrm>
          <a:prstGeom prst="rect">
            <a:avLst/>
          </a:prstGeom>
          <a:solidFill>
            <a:srgbClr val="D2D2D7"/>
          </a:solidFill>
          <a:ln/>
        </p:spPr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048" y="1920240"/>
            <a:ext cx="9144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今年最正确的决定，是把预算从投放搬到了内容。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4480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CEO 年度信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344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005840" y="2880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三条主线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把翻倍，变成习惯。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增长主线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产品线扩展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上新入门系列，覆盖百元价格带。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4944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渠道纵深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04944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线下体验店 5 城 10 店，线上线下库存打通。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4048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出海加速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4048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 GMV 目标 1.2 亿，组建本地化团队。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4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节奏表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3291840"/>
            <a:ext cx="9262872" cy="10973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5" name="Shape 3"/>
          <p:cNvSpPr/>
          <p:nvPr/>
        </p:nvSpPr>
        <p:spPr>
          <a:xfrm>
            <a:off x="2547747" y="3224174"/>
            <a:ext cx="146304" cy="146304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6" name="Text 4"/>
          <p:cNvSpPr/>
          <p:nvPr/>
        </p:nvSpPr>
        <p:spPr>
          <a:xfrm>
            <a:off x="1615059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15059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新品立项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15059" y="41148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入门系列定稿，供应链锁价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3465" y="3224174"/>
            <a:ext cx="146304" cy="146304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10" name="Text 8"/>
          <p:cNvSpPr/>
          <p:nvPr/>
        </p:nvSpPr>
        <p:spPr>
          <a:xfrm>
            <a:off x="3930777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0777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上市开卖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0777" y="41148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入门系列上线 5 大平台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9183" y="3224174"/>
            <a:ext cx="146304" cy="146304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6495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46495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体验店落地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6495" y="41148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城 10 店，库存全渠道打通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67469" y="3196742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8562213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62213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出海冲刺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62213" y="41148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 GMV 1.2 亿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1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3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6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7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49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71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76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3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9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0" grpId="0"/>
      <p:bldP spid="14" grpId="0"/>
      <p:bldP spid="18" grpId="0"/>
      <p:bldP spid="7" grpId="0"/>
      <p:bldP spid="11" grpId="0"/>
      <p:bldP spid="15" grpId="0"/>
      <p:bldP spid="19" grpId="0"/>
      <p:bldP spid="8" grpId="0"/>
      <p:bldP spid="12" grpId="0"/>
      <p:bldP spid="16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增长，才刚刚开始。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2026，一起把不可能变成日常。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Growth Review · 2026.01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年度增长汇报（商务汇报风示例）</dc:title>
  <dc:subject>2025 年度增长汇报（商务汇报风示例）</dc:subject>
  <dc:creator>apple-keynote-ppt</dc:creator>
  <cp:lastModifiedBy>apple-keynote-ppt</cp:lastModifiedBy>
  <cp:revision>1</cp:revision>
  <dcterms:created xsi:type="dcterms:W3CDTF">2026-09-12T20:59:37Z</dcterms:created>
  <dcterms:modified xsi:type="dcterms:W3CDTF">2026-09-12T20:59:37Z</dcterms:modified>
</cp:coreProperties>
</file>