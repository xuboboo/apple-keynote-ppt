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 2026.10.27 上午 9 点全渠道开售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 SPECIAL EVENT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纸，学会了思考。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2026.10.20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写作，不该等待屏幕。</a:t>
            </a:r>
            <a:endParaRPr lang="en-US" sz="54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把屏幕，做成纸的样子。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一块会思考的纸。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英寸墨水屏 · 300ppi · 类纸蚀刻工艺。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墨水屏响应引擎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0ms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落笔延迟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笔尖触达的瞬间，字迹已经在纸上。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三重纸感科技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类纸蚀刻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屏幕表面微米级蚀刻，摩擦系数接近道林纸。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压感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笔锋粗细随力度自然变化，侧峰也能写出飞白。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零反光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阳光下可读，深夜护眼，阅读与书写互不打扰。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</a:t>
            </a:r>
            <a:endParaRPr lang="en-US" sz="1600" dirty="0"/>
          </a:p>
        </p:txBody>
      </p:sp>
      <p:sp>
        <p:nvSpPr>
          <p:cNvPr id="3" name="grad:e3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pPr algn="ctr" indent="0" marL="0">
              <a:buNone/>
            </a:pPr>
            <a:r>
              <a:rPr lang="en-US" sz="5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一次充电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从国庆长假写回来，电量还有余。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普通平板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天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天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一天一充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反光刺眼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写字延迟明显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月级续航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类纸无反光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0ms 落笔</a:t>
            </a:r>
            <a:endParaRPr lang="en-US" sz="1600" dirty="0"/>
          </a:p>
        </p:txBody>
      </p:sp>
      <p:sp>
        <p:nvSpPr>
          <p:cNvPr id="8" name="anim:wipe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D2D2D7"/>
          </a:solidFill>
          <a:ln/>
        </p:spPr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四款全新配色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F0EFE9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星尘白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雪松白机身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25596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2B2B2D"/>
          </a:solidFill>
          <a:ln/>
        </p:spPr>
      </p:sp>
      <p:sp>
        <p:nvSpPr>
          <p:cNvPr id="7" name="Text 5"/>
          <p:cNvSpPr/>
          <p:nvPr/>
        </p:nvSpPr>
        <p:spPr>
          <a:xfrm>
            <a:off x="3625596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曜石黑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25596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磨砂阳极氧化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9DB4A0"/>
          </a:solidFill>
          <a:ln/>
        </p:spPr>
      </p:sp>
      <p:sp>
        <p:nvSpPr>
          <p:cNvPr id="10" name="Text 8"/>
          <p:cNvSpPr/>
          <p:nvPr/>
        </p:nvSpPr>
        <p:spPr>
          <a:xfrm>
            <a:off x="6245352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晨雾绿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45352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低饱和灰绿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65108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D9B8B4"/>
          </a:solidFill>
          <a:ln/>
        </p:spPr>
      </p:sp>
      <p:sp>
        <p:nvSpPr>
          <p:cNvPr id="13" name="Text 11"/>
          <p:cNvSpPr/>
          <p:nvPr/>
        </p:nvSpPr>
        <p:spPr>
          <a:xfrm>
            <a:off x="8865108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暮云粉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5108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暖调浅粉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650" fill="hold"/>
                                        <p:tgtEl>
                                          <p:spTgt spid="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650" fill="hold"/>
                                        <p:tgtEl>
                                          <p:spTgt spid="9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650" fill="hold"/>
                                        <p:tgtEl>
                                          <p:spTgt spid="12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10" grpId="0"/>
      <p:bldP spid="13" grpId="0"/>
      <p:bldP spid="5" grpId="0"/>
      <p:bldP spid="8" grpId="0"/>
      <p:bldP spid="11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¥</a:t>
            </a:r>
            <a:pPr algn="ctr" indent="0" marL="0">
              <a:buNone/>
            </a:pPr>
            <a:r>
              <a:rPr lang="en-US" sz="9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2,399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InkPod 全系列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标配手写笔，早鸟立减 400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2026.10.27 上午 9 点全渠道开售</a:t>
            </a:r>
            <a:endParaRPr lang="en-US" sz="13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纸，学会了思考。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InkPod 10.27 开售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 Special Event · 2026.10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InkPod 发布会（浅色官网风示例）</dc:title>
  <dc:subject>InkPod 发布会（浅色官网风示例）</dc:subject>
  <dc:creator>apple-keynote-ppt</dc:creator>
  <cp:lastModifiedBy>apple-keynote-ppt</cp:lastModifiedBy>
  <cp:revision>1</cp:revision>
  <dcterms:created xsi:type="dcterms:W3CDTF">2026-09-12T21:07:25Z</dcterms:created>
  <dcterms:modified xsi:type="dcterms:W3CDTF">2026-09-12T21:07:25Z</dcterms:modified>
</cp:coreProperties>
</file>