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2026.10.27 上午 9 点全渠道开售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INKPOD SPECIAL EVENT</a:t>
            </a:r>
            <a:endParaRPr lang="en-US" sz="1600" dirty="0"/>
          </a:p>
        </p:txBody>
      </p:sp>
      <p:sp>
        <p:nvSpPr>
          <p:cNvPr id="3" name="grad:e1"/>
          <p:cNvSpPr/>
          <p:nvPr/>
        </p:nvSpPr>
        <p:spPr>
          <a:xfrm>
            <a:off x="612648" y="224028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100" kern="0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InkPod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527048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纸，学会了思考。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2026.10.20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8448" y="0"/>
            <a:ext cx="9601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写作，不该等待屏幕。</a:t>
            </a:r>
            <a:endParaRPr lang="en-US" sz="54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2344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005840" y="28803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05840" y="4160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把屏幕，做成纸的样子。</a:t>
            </a:r>
            <a:endParaRPr lang="en-US" sz="20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一块会思考的纸。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527048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英寸墨水屏 · 300ppi · 类纸蚀刻工艺。</a:t>
            </a:r>
            <a:endParaRPr lang="en-US" sz="20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墨水屏响应引擎</a:t>
            </a:r>
            <a:endParaRPr lang="en-US" sz="1600" dirty="0"/>
          </a:p>
        </p:txBody>
      </p:sp>
      <p:sp>
        <p:nvSpPr>
          <p:cNvPr id="3" name="grad:e2"/>
          <p:cNvSpPr/>
          <p:nvPr/>
        </p:nvSpPr>
        <p:spPr>
          <a:xfrm>
            <a:off x="612648" y="155448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0ms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3794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落笔延迟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27048" y="4526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笔尖触达的瞬间，字迹已经在纸上。</a:t>
            </a:r>
            <a:endParaRPr lang="en-US" sz="17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三重纸感科技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类纸蚀刻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屏幕表面微米级蚀刻，摩擦系数接近道林纸。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04944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压感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04944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笔锋粗细随力度自然变化，侧峰也能写出飞白。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4048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零反光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04048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阳光下可读，深夜护眼，阅读与书写互不打扰。</a:t>
            </a:r>
            <a:endParaRPr lang="en-US" sz="16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  <p:bldP spid="4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续航</a:t>
            </a:r>
            <a:endParaRPr lang="en-US" sz="1600" dirty="0"/>
          </a:p>
        </p:txBody>
      </p:sp>
      <p:sp>
        <p:nvSpPr>
          <p:cNvPr id="3" name="grad:e3"/>
          <p:cNvSpPr/>
          <p:nvPr/>
        </p:nvSpPr>
        <p:spPr>
          <a:xfrm>
            <a:off x="612648" y="155448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ctr" indent="0" marL="0">
              <a:buNone/>
            </a:pPr>
            <a:r>
              <a:rPr lang="en-US" sz="50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3794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一次充电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27048" y="4526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从国庆长假写回来，电量还有余。</a:t>
            </a:r>
            <a:endParaRPr lang="en-US" sz="17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371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普通平板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1112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0071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INKPOD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天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611112" y="1828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88720" y="31089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一天一充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反光刺眼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写字延迟明显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1112" y="31089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月级续航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类纸无反光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0ms 落笔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4476" y="1554480"/>
            <a:ext cx="7315" cy="3291840"/>
          </a:xfrm>
          <a:prstGeom prst="rect">
            <a:avLst/>
          </a:prstGeom>
          <a:solidFill>
            <a:srgbClr val="D2D2D7"/>
          </a:solidFill>
          <a:ln/>
        </p:spPr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四款全新配色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1737360"/>
            <a:ext cx="2318004" cy="2377440"/>
          </a:xfrm>
          <a:prstGeom prst="roundRect">
            <a:avLst>
              <a:gd name="adj" fmla="val 9862"/>
            </a:avLst>
          </a:prstGeom>
          <a:solidFill>
            <a:srgbClr val="F0EFE9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4343400"/>
            <a:ext cx="2318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星尘白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4846320"/>
            <a:ext cx="2318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雪松白机身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25596" y="1737360"/>
            <a:ext cx="2318004" cy="2377440"/>
          </a:xfrm>
          <a:prstGeom prst="roundRect">
            <a:avLst>
              <a:gd name="adj" fmla="val 9862"/>
            </a:avLst>
          </a:prstGeom>
          <a:solidFill>
            <a:srgbClr val="2B2B2D"/>
          </a:solidFill>
          <a:ln/>
        </p:spPr>
      </p:sp>
      <p:sp>
        <p:nvSpPr>
          <p:cNvPr id="7" name="Text 5"/>
          <p:cNvSpPr/>
          <p:nvPr/>
        </p:nvSpPr>
        <p:spPr>
          <a:xfrm>
            <a:off x="3625596" y="4343400"/>
            <a:ext cx="2318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曜石黑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25596" y="4846320"/>
            <a:ext cx="2318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磨砂阳极氧化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2318004" cy="2377440"/>
          </a:xfrm>
          <a:prstGeom prst="roundRect">
            <a:avLst>
              <a:gd name="adj" fmla="val 9862"/>
            </a:avLst>
          </a:prstGeom>
          <a:solidFill>
            <a:srgbClr val="9DB4A0"/>
          </a:solidFill>
          <a:ln/>
        </p:spPr>
      </p:sp>
      <p:sp>
        <p:nvSpPr>
          <p:cNvPr id="10" name="Text 8"/>
          <p:cNvSpPr/>
          <p:nvPr/>
        </p:nvSpPr>
        <p:spPr>
          <a:xfrm>
            <a:off x="6245352" y="4343400"/>
            <a:ext cx="2318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晨雾绿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45352" y="4846320"/>
            <a:ext cx="2318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低饱和灰绿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5108" y="1737360"/>
            <a:ext cx="2318004" cy="2377440"/>
          </a:xfrm>
          <a:prstGeom prst="roundRect">
            <a:avLst>
              <a:gd name="adj" fmla="val 9862"/>
            </a:avLst>
          </a:prstGeom>
          <a:solidFill>
            <a:srgbClr val="D9B8B4"/>
          </a:solidFill>
          <a:ln/>
        </p:spPr>
      </p:sp>
      <p:sp>
        <p:nvSpPr>
          <p:cNvPr id="13" name="Text 11"/>
          <p:cNvSpPr/>
          <p:nvPr/>
        </p:nvSpPr>
        <p:spPr>
          <a:xfrm>
            <a:off x="8865108" y="4343400"/>
            <a:ext cx="2318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暮云粉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5108" y="4846320"/>
            <a:ext cx="2318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暖调浅粉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91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4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37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2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19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01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9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10" grpId="0"/>
      <p:bldP spid="13" grpId="0"/>
      <p:bldP spid="5" grpId="0"/>
      <p:bldP spid="8" grpId="0"/>
      <p:bldP spid="11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7373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¥</a:t>
            </a:r>
            <a:pPr algn="ctr" indent="0" marL="0">
              <a:buNone/>
            </a:pPr>
            <a:r>
              <a:rPr lang="en-US" sz="9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2,399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InkPod 全系列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27048" y="4343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标配手写笔，早鸟立减 400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2026.10.27 上午 9 点全渠道开售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:e4"/>
          <p:cNvSpPr/>
          <p:nvPr/>
        </p:nvSpPr>
        <p:spPr>
          <a:xfrm>
            <a:off x="612648" y="2468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纸，学会了思考。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527048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InkPod 10.27 开售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InkPod Special Event · 2026.10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InkPod 发布会（浅色官网风示例）</dc:title>
  <dc:subject>InkPod 发布会（浅色官网风示例）</dc:subject>
  <dc:creator>apple-keynote-ppt</dc:creator>
  <cp:lastModifiedBy>apple-keynote-ppt</cp:lastModifiedBy>
  <cp:revision>1</cp:revision>
  <dcterms:created xsi:type="dcterms:W3CDTF">2026-09-12T20:59:36Z</dcterms:created>
  <dcterms:modified xsi:type="dcterms:W3CDTF">2026-09-12T20:59:36Z</dcterms:modified>
</cp:coreProperties>
</file>